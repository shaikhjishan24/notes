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SSO (Single Sign-On)?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SSO allows a user to log in once and access multiple applications without logging in again.</a:t>
            </a:r>
          </a:p>
          <a:p>
            <a:r>
              <a:rPr dirty="0"/>
              <a:t>Example: Login with Google / Facebook.</a:t>
            </a:r>
          </a:p>
          <a:p>
            <a:r>
              <a:rPr lang="en-US" dirty="0"/>
              <a:t>User logs in once and can access multiple features/links within the same application without logging in again.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SSO?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need to remember multiple usernames/passwords.</a:t>
            </a:r>
          </a:p>
          <a:p>
            <a:r>
              <a:t>Better user experience.</a:t>
            </a:r>
          </a:p>
          <a:p>
            <a:r>
              <a:t>More secure than storing passwords in many apps.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SSO in Spring Boot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Boot application does NOT handle passwords.</a:t>
            </a:r>
          </a:p>
          <a:p>
            <a:r>
              <a:t>It trusts Google/Facebook for authentication.</a:t>
            </a:r>
          </a:p>
          <a:p>
            <a:r>
              <a:t>Spring Security manages the OAuth2 login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SSO Flow with Spring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User opens protected page.</a:t>
            </a:r>
          </a:p>
          <a:p>
            <a:r>
              <a:rPr dirty="0"/>
              <a:t>2. Spring redirects user to Google/Facebook.</a:t>
            </a:r>
          </a:p>
          <a:p>
            <a:r>
              <a:rPr dirty="0"/>
              <a:t>3. User logs in at Google/Facebook.</a:t>
            </a:r>
          </a:p>
          <a:p>
            <a:r>
              <a:rPr dirty="0"/>
              <a:t>4. Provider </a:t>
            </a:r>
            <a:r>
              <a:rPr lang="en-US" dirty="0" smtClean="0"/>
              <a:t>(</a:t>
            </a:r>
            <a:r>
              <a:rPr lang="en-IN" dirty="0"/>
              <a:t>Google/Facebook </a:t>
            </a:r>
            <a:r>
              <a:rPr lang="en-IN" dirty="0" smtClean="0"/>
              <a:t>) </a:t>
            </a:r>
            <a:r>
              <a:rPr dirty="0" smtClean="0"/>
              <a:t>redirects </a:t>
            </a:r>
            <a:r>
              <a:rPr dirty="0"/>
              <a:t>back to Spring Boot.</a:t>
            </a:r>
          </a:p>
          <a:p>
            <a:r>
              <a:rPr dirty="0"/>
              <a:t>5. Spring allows access to the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Client ID?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identifier of your application.</a:t>
            </a:r>
          </a:p>
          <a:p>
            <a:r>
              <a:t>Used to identify your app to Google/Facebook.</a:t>
            </a:r>
          </a:p>
          <a:p>
            <a:r>
              <a:t>Safe to expose in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Client Secret?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key of your application.</a:t>
            </a:r>
          </a:p>
          <a:p>
            <a:r>
              <a:t>Used by Spring Boot to securely talk to provider.</a:t>
            </a:r>
          </a:p>
          <a:p>
            <a:r>
              <a:t>Must never be shared or exposed.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security.</a:t>
            </a:r>
          </a:p>
          <a:p>
            <a:r>
              <a:t>Better user experience.</a:t>
            </a:r>
          </a:p>
          <a:p>
            <a:r>
              <a:t>No password handling in application.</a:t>
            </a:r>
          </a:p>
          <a:p>
            <a:r>
              <a:t>Industry-standard authentication.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with Google</a:t>
            </a:r>
          </a:p>
          <a:p>
            <a:r>
              <a:t>Login with Facebook</a:t>
            </a:r>
          </a:p>
          <a:p>
            <a:r>
              <a:t>Login with GitHub</a:t>
            </a:r>
          </a:p>
          <a:p>
            <a:r>
              <a:t>Login with Microsoft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420497"/>
            <a:ext cx="7772400" cy="1470025"/>
          </a:xfrm>
        </p:spPr>
        <p:txBody>
          <a:bodyPr/>
          <a:lstStyle/>
          <a:p>
            <a:r>
              <a:rPr lang="en-US" dirty="0" smtClean="0"/>
              <a:t>OAuth2 and SSO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2176272"/>
            <a:ext cx="8503920" cy="4160520"/>
          </a:xfrm>
        </p:spPr>
        <p:txBody>
          <a:bodyPr>
            <a:normAutofit/>
          </a:bodyPr>
          <a:lstStyle/>
          <a:p>
            <a:r>
              <a:rPr lang="en-US" dirty="0"/>
              <a:t>OAuth2 is the security protocol that enables Single Sign-On by allowing applications to trust identity providers </a:t>
            </a:r>
            <a:r>
              <a:rPr lang="en-US" dirty="0" smtClean="0"/>
              <a:t>(</a:t>
            </a:r>
            <a:r>
              <a:rPr lang="en-US" dirty="0" err="1" smtClean="0"/>
              <a:t>Google,Facebook</a:t>
            </a:r>
            <a:r>
              <a:rPr lang="en-US" dirty="0" smtClean="0"/>
              <a:t> etc.) without </a:t>
            </a:r>
            <a:r>
              <a:rPr lang="en-US" dirty="0"/>
              <a:t>handling user passwords</a:t>
            </a:r>
            <a:r>
              <a:rPr lang="en-US" dirty="0" smtClean="0"/>
              <a:t>.</a:t>
            </a:r>
          </a:p>
          <a:p>
            <a:r>
              <a:rPr lang="en-US" dirty="0"/>
              <a:t>OAuth2 lets an app ask Google/Facebook:</a:t>
            </a:r>
            <a:br>
              <a:rPr lang="en-US" dirty="0"/>
            </a:br>
            <a:r>
              <a:rPr lang="en-US" b="1" dirty="0"/>
              <a:t>“Is this user logged in?”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instead of checking the password itself.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859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60" y="356489"/>
            <a:ext cx="7772400" cy="1470025"/>
          </a:xfrm>
        </p:spPr>
        <p:txBody>
          <a:bodyPr/>
          <a:lstStyle/>
          <a:p>
            <a:r>
              <a:rPr lang="en-US" dirty="0"/>
              <a:t>Role of OAuth2 in SSO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2376" y="2194560"/>
            <a:ext cx="7644384" cy="344424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SSO (Single Sign-On)</a:t>
            </a:r>
            <a:r>
              <a:rPr lang="en-US" dirty="0"/>
              <a:t> is the </a:t>
            </a:r>
            <a:r>
              <a:rPr lang="en-US" i="1" dirty="0"/>
              <a:t>idea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OAuth2</a:t>
            </a:r>
            <a:r>
              <a:rPr lang="en-US" dirty="0"/>
              <a:t> is the </a:t>
            </a:r>
            <a:r>
              <a:rPr lang="en-US" i="1" dirty="0"/>
              <a:t>mechanism</a:t>
            </a:r>
            <a:r>
              <a:rPr lang="en-US" dirty="0"/>
              <a:t> that makes it work.</a:t>
            </a:r>
          </a:p>
          <a:p>
            <a:r>
              <a:rPr lang="en-US" dirty="0"/>
              <a:t>So:</a:t>
            </a:r>
          </a:p>
          <a:p>
            <a:r>
              <a:rPr lang="en-US" b="1" dirty="0"/>
              <a:t>SSO</a:t>
            </a:r>
            <a:r>
              <a:rPr lang="en-US" dirty="0"/>
              <a:t> → One login, many applications</a:t>
            </a:r>
          </a:p>
          <a:p>
            <a:r>
              <a:rPr lang="en-US" b="1" dirty="0"/>
              <a:t>OAuth2</a:t>
            </a:r>
            <a:r>
              <a:rPr lang="en-US" dirty="0"/>
              <a:t> → The secure process that enables that login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895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4672" y="475361"/>
            <a:ext cx="7772400" cy="1470025"/>
          </a:xfrm>
        </p:spPr>
        <p:txBody>
          <a:bodyPr/>
          <a:lstStyle/>
          <a:p>
            <a:r>
              <a:rPr lang="en-IN" dirty="0"/>
              <a:t>How OAuth2 helps SSO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2416" y="2350008"/>
            <a:ext cx="7534656" cy="3995928"/>
          </a:xfrm>
        </p:spPr>
        <p:txBody>
          <a:bodyPr>
            <a:normAutofit/>
          </a:bodyPr>
          <a:lstStyle/>
          <a:p>
            <a:r>
              <a:rPr lang="en-US" dirty="0"/>
              <a:t>User clicks </a:t>
            </a:r>
            <a:r>
              <a:rPr lang="en-US" b="1" dirty="0"/>
              <a:t>Login with Google</a:t>
            </a:r>
            <a:endParaRPr lang="en-US" dirty="0"/>
          </a:p>
          <a:p>
            <a:r>
              <a:rPr lang="en-US" dirty="0"/>
              <a:t>Application redirects user to </a:t>
            </a:r>
            <a:r>
              <a:rPr lang="en-US" b="1" dirty="0"/>
              <a:t>Google</a:t>
            </a:r>
            <a:endParaRPr lang="en-US" dirty="0"/>
          </a:p>
          <a:p>
            <a:r>
              <a:rPr lang="en-US" dirty="0"/>
              <a:t>User logs in at Google</a:t>
            </a:r>
          </a:p>
          <a:p>
            <a:r>
              <a:rPr lang="en-US" dirty="0"/>
              <a:t>Google confirms user identity</a:t>
            </a:r>
          </a:p>
          <a:p>
            <a:r>
              <a:rPr lang="en-US" dirty="0"/>
              <a:t>Application trusts Google and allows access</a:t>
            </a:r>
          </a:p>
          <a:p>
            <a:r>
              <a:rPr lang="en-US" dirty="0" smtClean="0"/>
              <a:t> </a:t>
            </a:r>
            <a:r>
              <a:rPr lang="en-US" dirty="0"/>
              <a:t>Password is </a:t>
            </a:r>
            <a:r>
              <a:rPr lang="en-US" b="1" dirty="0"/>
              <a:t>never shared</a:t>
            </a:r>
            <a:r>
              <a:rPr lang="en-US" dirty="0"/>
              <a:t> with the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908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3816" y="182753"/>
            <a:ext cx="7772400" cy="1042543"/>
          </a:xfrm>
        </p:spPr>
        <p:txBody>
          <a:bodyPr/>
          <a:lstStyle/>
          <a:p>
            <a:r>
              <a:rPr lang="en-IN" dirty="0"/>
              <a:t>Why OAuth2 is important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9223" y="1702362"/>
            <a:ext cx="816559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secure than password-based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 do not store passwords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Trusted and widely used standard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by Google, Facebook, GitHub, Microsoft</a:t>
            </a:r>
          </a:p>
        </p:txBody>
      </p:sp>
    </p:spTree>
    <p:extLst>
      <p:ext uri="{BB962C8B-B14F-4D97-AF65-F5344CB8AC3E}">
        <p14:creationId xmlns:p14="http://schemas.microsoft.com/office/powerpoint/2010/main" val="4068552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355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What is SSO (Single Sign-On)?</vt:lpstr>
      <vt:lpstr>Why do we need SSO?</vt:lpstr>
      <vt:lpstr>SSO in Spring Boot (High Level)</vt:lpstr>
      <vt:lpstr>SSO Flow with Spring Boot</vt:lpstr>
      <vt:lpstr>What is Client ID?</vt:lpstr>
      <vt:lpstr>What is Client Secret?</vt:lpstr>
      <vt:lpstr>Advantages of SSO</vt:lpstr>
      <vt:lpstr>Examples of SSO</vt:lpstr>
      <vt:lpstr>OAuth2 and SSO</vt:lpstr>
      <vt:lpstr>Role of OAuth2 in SSO</vt:lpstr>
      <vt:lpstr>How OAuth2 helps SSO</vt:lpstr>
      <vt:lpstr>Why OAuth2 is important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SSO (Single Sign-On)?</dc:title>
  <dc:subject/>
  <dc:creator/>
  <cp:keywords/>
  <dc:description>generated using python-pptx</dc:description>
  <cp:lastModifiedBy>Microsoft account</cp:lastModifiedBy>
  <cp:revision>10</cp:revision>
  <dcterms:created xsi:type="dcterms:W3CDTF">2013-01-27T09:14:16Z</dcterms:created>
  <dcterms:modified xsi:type="dcterms:W3CDTF">2026-01-01T16:07:49Z</dcterms:modified>
  <cp:category/>
</cp:coreProperties>
</file>