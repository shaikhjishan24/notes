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JDBC Driver Registers with DriverManager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Visualization of Driver Class, Static Block, and DriverManager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14" y="180370"/>
            <a:ext cx="8229600" cy="1143000"/>
          </a:xfrm>
        </p:spPr>
        <p:txBody>
          <a:bodyPr/>
          <a:lstStyle/>
          <a:p>
            <a:r>
              <a:t>Visualization of JDBC Driver Class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2614" y="1828800"/>
            <a:ext cx="4572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Driver Class (e.g., </a:t>
            </a:r>
            <a:r>
              <a:rPr dirty="0" err="1"/>
              <a:t>com.mysql.cj.jdbc.Driver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- static block</a:t>
            </a:r>
          </a:p>
          <a:p>
            <a:r>
              <a:rPr dirty="0"/>
              <a:t>- connect()</a:t>
            </a:r>
          </a:p>
          <a:p>
            <a:r>
              <a:rPr dirty="0"/>
              <a:t>- </a:t>
            </a:r>
            <a:r>
              <a:rPr dirty="0" err="1"/>
              <a:t>acceptsURL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Block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23219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Java loads Driver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646238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Static block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29000"/>
            <a:ext cx="3200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DriverManager.registerDriver</a:t>
            </a:r>
            <a:r>
              <a:rPr dirty="0"/>
              <a:t>(new Driver())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DriverManager Registered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1468" y="1677971"/>
            <a:ext cx="548640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DriverManager</a:t>
            </a:r>
            <a:endParaRPr dirty="0"/>
          </a:p>
          <a:p>
            <a:r>
              <a:rPr dirty="0"/>
              <a:t>------------------------------</a:t>
            </a:r>
          </a:p>
          <a:p>
            <a:r>
              <a:rPr dirty="0" err="1"/>
              <a:t>registeredDrivers</a:t>
            </a:r>
            <a:r>
              <a:rPr dirty="0"/>
              <a:t>[]</a:t>
            </a:r>
          </a:p>
          <a:p>
            <a:r>
              <a:rPr dirty="0"/>
              <a:t> - MySQL Driver</a:t>
            </a:r>
          </a:p>
          <a:p>
            <a:r>
              <a:rPr dirty="0"/>
              <a:t> - </a:t>
            </a:r>
            <a:r>
              <a:rPr dirty="0" err="1"/>
              <a:t>OracleDriver</a:t>
            </a:r>
            <a:endParaRPr dirty="0"/>
          </a:p>
          <a:p>
            <a:r>
              <a:rPr dirty="0"/>
              <a:t> - PostgreSQL Driver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</Words>
  <Application>Microsoft Office PowerPoint</Application>
  <PresentationFormat>On-screen Show (4:3)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How JDBC Driver Registers with DriverManager</vt:lpstr>
      <vt:lpstr>Visualization of JDBC Driver Class</vt:lpstr>
      <vt:lpstr>Static Block Execution Flow</vt:lpstr>
      <vt:lpstr>DriverManager Registered Drivers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jishan shaikh</cp:lastModifiedBy>
  <cp:revision>3</cp:revision>
  <dcterms:created xsi:type="dcterms:W3CDTF">2013-01-27T09:14:16Z</dcterms:created>
  <dcterms:modified xsi:type="dcterms:W3CDTF">2025-12-15T17:37:41Z</dcterms:modified>
  <cp:category/>
</cp:coreProperties>
</file>