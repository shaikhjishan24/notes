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Spring Boot?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 built on top of Spring Framework</a:t>
            </a:r>
          </a:p>
          <a:p>
            <a:r>
              <a:t>Creates stand-alone, production-ready applications</a:t>
            </a:r>
          </a:p>
          <a:p>
            <a:r>
              <a:t>Reduces manual configuration</a:t>
            </a:r>
          </a:p>
          <a:p>
            <a:r>
              <a:t>Focus on business logic</a:t>
            </a:r>
          </a:p>
          <a:p>
            <a:r>
              <a:t>Applications can be directly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30E178-647A-5D14-2A3A-417562123FFD}"/>
              </a:ext>
            </a:extLst>
          </p:cNvPr>
          <p:cNvSpPr txBox="1"/>
          <p:nvPr/>
        </p:nvSpPr>
        <p:spPr>
          <a:xfrm>
            <a:off x="347133" y="641403"/>
            <a:ext cx="879686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u="sng" dirty="0"/>
              <a:t>Is Spring Boot a framework</a:t>
            </a:r>
            <a:r>
              <a:rPr lang="en-US" sz="5400" b="1" dirty="0"/>
              <a:t>?</a:t>
            </a:r>
          </a:p>
          <a:p>
            <a:pPr>
              <a:buNone/>
            </a:pPr>
            <a:r>
              <a:rPr lang="en-US" sz="5400" b="1" dirty="0"/>
              <a:t>	No</a:t>
            </a:r>
          </a:p>
          <a:p>
            <a:pPr>
              <a:buNone/>
            </a:pPr>
            <a:br>
              <a:rPr lang="en-US" sz="5400" dirty="0"/>
            </a:br>
            <a:r>
              <a:rPr lang="en-US" sz="5400" b="1" dirty="0"/>
              <a:t>Spring Boot is NOT a framework like Spring Framework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1660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111403-29A3-5BA2-7A1A-1D8AD0EDAA60}"/>
              </a:ext>
            </a:extLst>
          </p:cNvPr>
          <p:cNvSpPr txBox="1"/>
          <p:nvPr/>
        </p:nvSpPr>
        <p:spPr>
          <a:xfrm>
            <a:off x="304800" y="544606"/>
            <a:ext cx="828039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What Spring Boot actually is ?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dirty="0"/>
              <a:t>Spring Boot is a </a:t>
            </a:r>
            <a:r>
              <a:rPr lang="en-US" sz="3200" b="1" dirty="0"/>
              <a:t>tool / platform / extension</a:t>
            </a:r>
            <a:r>
              <a:rPr lang="en-US" sz="3200" dirty="0"/>
              <a:t> built </a:t>
            </a:r>
            <a:r>
              <a:rPr lang="en-US" sz="3200" b="1" dirty="0"/>
              <a:t>on top of the Spring Framework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Spring Framework</a:t>
            </a:r>
            <a:r>
              <a:rPr lang="en-US" sz="3200" dirty="0"/>
              <a:t> → the </a:t>
            </a:r>
            <a:r>
              <a:rPr lang="en-US" sz="3200" b="1" dirty="0"/>
              <a:t>core framework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Spring Boot</a:t>
            </a:r>
            <a:r>
              <a:rPr lang="en-US" sz="3200" dirty="0"/>
              <a:t> → a </a:t>
            </a:r>
            <a:r>
              <a:rPr lang="en-US" sz="3200" b="1" dirty="0"/>
              <a:t>helper layer</a:t>
            </a:r>
            <a:r>
              <a:rPr lang="en-US" sz="3200" dirty="0"/>
              <a:t>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Simplifies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Automates setup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Improves packaging and deployment</a:t>
            </a:r>
          </a:p>
          <a:p>
            <a:pPr>
              <a:buNone/>
            </a:pPr>
            <a:r>
              <a:rPr lang="en-US" sz="3200" dirty="0"/>
              <a:t>Spring Boot </a:t>
            </a:r>
            <a:r>
              <a:rPr lang="en-US" sz="3200" b="1" dirty="0"/>
              <a:t>uses</a:t>
            </a:r>
            <a:r>
              <a:rPr lang="en-US" sz="3200" dirty="0"/>
              <a:t> Spring Framework internally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697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Spring Boot Was Introduced?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Spring had too much configuration</a:t>
            </a:r>
          </a:p>
          <a:p>
            <a:r>
              <a:t>Multiple XML and Java config files</a:t>
            </a:r>
          </a:p>
          <a:p>
            <a:r>
              <a:t>External server setup required</a:t>
            </a:r>
          </a:p>
          <a:p>
            <a:r>
              <a:t>Time-consuming for developers</a:t>
            </a:r>
          </a:p>
          <a:p>
            <a:r>
              <a:t>Difficult for freshers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Problems with Spring (Without Boot)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DispatcherServlet configuration</a:t>
            </a:r>
          </a:p>
          <a:p>
            <a:r>
              <a:t>Manual DataSource and Transaction Manager setup</a:t>
            </a:r>
          </a:p>
          <a:p>
            <a:r>
              <a:t>External Tomcat installation</a:t>
            </a:r>
          </a:p>
          <a:p>
            <a:r>
              <a:t>WAR deployment required</a:t>
            </a:r>
          </a:p>
          <a:p>
            <a:r>
              <a:t>More boilerplate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Spring Boot Solves These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Auto-Configuration</a:t>
            </a:r>
          </a:p>
          <a:p>
            <a:r>
              <a:t>Starter dependencies</a:t>
            </a:r>
          </a:p>
          <a:p>
            <a:r>
              <a:t>Embedded server</a:t>
            </a:r>
          </a:p>
          <a:p>
            <a:r>
              <a:t>No XML configuration</a:t>
            </a:r>
          </a:p>
          <a:p>
            <a:r>
              <a:t>Single command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Auto-Configuration?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dependencies automatically</a:t>
            </a:r>
          </a:p>
          <a:p>
            <a:r>
              <a:t>Configures required beans</a:t>
            </a:r>
          </a:p>
          <a:p>
            <a:r>
              <a:t>Reduces boilerplate code</a:t>
            </a:r>
          </a:p>
          <a:p>
            <a:r>
              <a:t>Uses sensible defaults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 of related libraries</a:t>
            </a:r>
          </a:p>
          <a:p>
            <a:r>
              <a:t>Avoids dependency conflicts</a:t>
            </a:r>
          </a:p>
          <a:p>
            <a:r>
              <a:t>Easy dependency management</a:t>
            </a:r>
          </a:p>
          <a:p>
            <a:r>
              <a:t>Example: spring-boot-starter-web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Tomcat comes embedded by default</a:t>
            </a:r>
          </a:p>
          <a:p>
            <a:r>
              <a:t>No external server needed</a:t>
            </a:r>
          </a:p>
          <a:p>
            <a:r>
              <a:t>Server runs inside application</a:t>
            </a:r>
          </a:p>
          <a:p>
            <a:r>
              <a:t>Easy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FAT JAR?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executable JAR</a:t>
            </a:r>
          </a:p>
          <a:p>
            <a:r>
              <a:t>Contains application code</a:t>
            </a:r>
          </a:p>
          <a:p>
            <a:r>
              <a:t>Contains dependencies</a:t>
            </a:r>
          </a:p>
          <a:p>
            <a:r>
              <a:t>Contains embedded 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Spring Boot Application Starts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-jar myapp.jar</a:t>
            </a:r>
          </a:p>
          <a:p>
            <a:r>
              <a:t>main() method executes</a:t>
            </a:r>
          </a:p>
          <a:p>
            <a:r>
              <a:t>Spring context initializes</a:t>
            </a:r>
          </a:p>
          <a:p>
            <a:r>
              <a:t>Embedded server starts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vs Spring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6: Manual configuration</a:t>
            </a:r>
          </a:p>
          <a:p>
            <a:r>
              <a:t>Spring Boot: Auto-configuration</a:t>
            </a:r>
          </a:p>
          <a:p>
            <a:r>
              <a:t>Spring 6: External server</a:t>
            </a:r>
          </a:p>
          <a:p>
            <a:r>
              <a:t>Spring Boot: Embedded 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Spring Boot is Best for Freshers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learn</a:t>
            </a:r>
          </a:p>
          <a:p>
            <a:r>
              <a:t>Less configuration</a:t>
            </a:r>
          </a:p>
          <a:p>
            <a:r>
              <a:t>Industry standard</a:t>
            </a:r>
          </a:p>
          <a:p>
            <a:r>
              <a:t>Faster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3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Java 17</a:t>
            </a:r>
          </a:p>
          <a:p>
            <a:r>
              <a:t>Uses Jakarta EE</a:t>
            </a:r>
          </a:p>
          <a:p>
            <a:r>
              <a:t>Modern and secure</a:t>
            </a:r>
          </a:p>
          <a:p>
            <a:r>
              <a:t>Cloud-ready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Spring development</a:t>
            </a:r>
          </a:p>
          <a:p>
            <a:r>
              <a:t>Reduces boilerplate</a:t>
            </a:r>
          </a:p>
          <a:p>
            <a:r>
              <a:t>Standalone applications</a:t>
            </a:r>
          </a:p>
          <a:p>
            <a:r>
              <a:t>Industry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84E968-BF73-2176-0B59-FA56EB08E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4" y="1015999"/>
            <a:ext cx="8051799" cy="36152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Spring Framework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 Container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MVC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JDBC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AOP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234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694673-BCDF-3973-3D99-9B80CBB8129D}"/>
              </a:ext>
            </a:extLst>
          </p:cNvPr>
          <p:cNvSpPr txBox="1"/>
          <p:nvPr/>
        </p:nvSpPr>
        <p:spPr>
          <a:xfrm>
            <a:off x="702733" y="951637"/>
            <a:ext cx="7950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Spring Boot sits on top of this</a:t>
            </a:r>
            <a:endParaRPr lang="en-US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400" b="1" dirty="0"/>
              <a:t>Spring Boot</a:t>
            </a:r>
            <a:endParaRPr lang="en-US" sz="4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/>
              <a:t>Auto-Configuration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/>
              <a:t>Starter Dependencies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/>
              <a:t>Embedded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/>
              <a:t>Production-ready features</a:t>
            </a:r>
          </a:p>
        </p:txBody>
      </p:sp>
    </p:spTree>
    <p:extLst>
      <p:ext uri="{BB962C8B-B14F-4D97-AF65-F5344CB8AC3E}">
        <p14:creationId xmlns:p14="http://schemas.microsoft.com/office/powerpoint/2010/main" val="2778517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6ED8-BB88-5299-D623-6A2702E3B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64091"/>
            <a:ext cx="7772400" cy="1470025"/>
          </a:xfrm>
        </p:spPr>
        <p:txBody>
          <a:bodyPr/>
          <a:lstStyle/>
          <a:p>
            <a:r>
              <a:rPr lang="en-IN" dirty="0"/>
              <a:t>Summary of Spring Framework vs  Spring Boot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A41CC-E1A3-7BD2-5FD5-63809CAD8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733" y="2288117"/>
            <a:ext cx="7391400" cy="3604684"/>
          </a:xfrm>
        </p:spPr>
        <p:txBody>
          <a:bodyPr/>
          <a:lstStyle/>
          <a:p>
            <a:pPr>
              <a:buNone/>
            </a:pPr>
            <a:r>
              <a:rPr lang="en-US" b="1" dirty="0"/>
              <a:t>Spring Framework is the actual </a:t>
            </a:r>
            <a:r>
              <a:rPr lang="en-US" b="1"/>
              <a:t>framework.</a:t>
            </a:r>
          </a:p>
          <a:p>
            <a:pPr>
              <a:buNone/>
            </a:pPr>
            <a:br>
              <a:rPr lang="en-US" b="1" dirty="0"/>
            </a:br>
            <a:r>
              <a:rPr lang="en-US" b="1" dirty="0"/>
              <a:t>Spring Boot is a tool that simplifies the development, configuration, and deployment of Spring applications.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63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381</Words>
  <Application>Microsoft Office PowerPoint</Application>
  <PresentationFormat>On-screen Show 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What is Spring Boot?</vt:lpstr>
      <vt:lpstr>PowerPoint Presentation</vt:lpstr>
      <vt:lpstr>PowerPoint Presentation</vt:lpstr>
      <vt:lpstr>Why Spring Boot Was Introduced?</vt:lpstr>
      <vt:lpstr>Problems with Spring (Without Boot)</vt:lpstr>
      <vt:lpstr>How Spring Boot Solves These Problems</vt:lpstr>
      <vt:lpstr>What is Auto-Configuration?</vt:lpstr>
      <vt:lpstr>Starter Dependencies</vt:lpstr>
      <vt:lpstr>Embedded Server</vt:lpstr>
      <vt:lpstr>What is a FAT JAR?</vt:lpstr>
      <vt:lpstr>How Spring Boot Application Starts</vt:lpstr>
      <vt:lpstr>Spring Boot vs Spring 6</vt:lpstr>
      <vt:lpstr>Why Spring Boot is Best for Freshers</vt:lpstr>
      <vt:lpstr>Spring Boot 3 Highlights</vt:lpstr>
      <vt:lpstr>Summary</vt:lpstr>
      <vt:lpstr>PowerPoint Presentation</vt:lpstr>
      <vt:lpstr>PowerPoint Presentation</vt:lpstr>
      <vt:lpstr>Summary of Spring Framework vs  Spring Boot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sriram mantri vidyanidhi infotech academy</cp:lastModifiedBy>
  <cp:revision>9</cp:revision>
  <dcterms:created xsi:type="dcterms:W3CDTF">2013-01-27T09:14:16Z</dcterms:created>
  <dcterms:modified xsi:type="dcterms:W3CDTF">2025-12-29T02:02:39Z</dcterms:modified>
  <cp:category/>
</cp:coreProperties>
</file>